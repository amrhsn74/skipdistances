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B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6599" y="1165860"/>
            <a:ext cx="1518497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Studio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Operations Platform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0" y="3657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encoded — not prompted.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is already 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growing content agency looks like today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5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3545738" cy="1965960"/>
          </a:xfrm>
          <a:prstGeom prst="roundRect">
            <a:avLst>
              <a:gd name="adj" fmla="val 6512"/>
            </a:avLst>
          </a:prstGeom>
          <a:solidFill>
            <a:srgbClr val="F8F5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892808"/>
            <a:ext cx="3545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185+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90672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served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2978" y="1691640"/>
            <a:ext cx="3545738" cy="1965960"/>
          </a:xfrm>
          <a:prstGeom prst="roundRect">
            <a:avLst>
              <a:gd name="adj" fmla="val 6512"/>
            </a:avLst>
          </a:prstGeom>
          <a:solidFill>
            <a:srgbClr val="F8F5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322978" y="1892808"/>
            <a:ext cx="3545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450+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4505858" y="3090672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88757" y="1691640"/>
            <a:ext cx="3545738" cy="1965960"/>
          </a:xfrm>
          <a:prstGeom prst="roundRect">
            <a:avLst>
              <a:gd name="adj" fmla="val 6512"/>
            </a:avLst>
          </a:prstGeom>
          <a:solidFill>
            <a:srgbClr val="F8F5E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8757" y="1892808"/>
            <a:ext cx="3545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8371637" y="3090672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combined team experience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069080"/>
            <a:ext cx="11277295" cy="1691640"/>
          </a:xfrm>
          <a:prstGeom prst="roundRect">
            <a:avLst>
              <a:gd name="adj" fmla="val 6486"/>
            </a:avLst>
          </a:prstGeom>
          <a:solidFill>
            <a:srgbClr val="F7F8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425196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like Skip Distances already run a book of business this size — by hand: F&amp;B, development finance, global CPG, wellness, and professional-services clients, each with its own voice and its own rules.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0749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Studio is the production discipline that lets that scale keep growing — without growing headcount at the same rate.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precisely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682496"/>
            <a:ext cx="10591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memory-dependent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993392"/>
            <a:ext cx="10591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 is checked against a brand guide from memory, not looked up — quality depends on who’s writing that day.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099816"/>
            <a:ext cx="10591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keep voices straight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3410712"/>
            <a:ext cx="10591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 juggles a premium coffee brand, a youth fashion label, and a bank — each with opposite rules for the same tactic.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457200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4517136"/>
            <a:ext cx="10591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capped by headcount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4828032"/>
            <a:ext cx="10591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on another client today means hiring, not just onboarding — demand outruns the team’s ability to keep up.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one system, five roles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6916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manager submits a brief. The system looks up that client’s rules and drafts the full content plan in their voice. A creator refines it. An internal reviewer approves it. The client signs off. Only then is anything marked scheduled — stored and shown on screen, never published live.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806440" y="1737360"/>
            <a:ext cx="0" cy="310896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691640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172200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92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1636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1911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client relationship; submits briefs, assigns staff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313432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7220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92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2258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the engine’s draft before review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72200" y="2935224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92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lead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internal reviewer when assigned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72200" y="3557016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17220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92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3502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6720840" y="3776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final approval on content and guide changes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172200" y="4178808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17220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92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4123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admin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6720840" y="4398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Cross-client oversight; a backstop for assignments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7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ties to a role — nothing floats free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554480"/>
            <a:ext cx="11277295" cy="804672"/>
          </a:xfrm>
          <a:prstGeom prst="roundRect">
            <a:avLst>
              <a:gd name="adj" fmla="val 11364"/>
            </a:avLst>
          </a:prstGeom>
          <a:solidFill>
            <a:srgbClr val="F7F8FA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" y="1746504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92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459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627632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ownership — creates clients, submits briefs,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staff to a client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Keeps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0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approval.internal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default reviewer where no lead is assigned.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11277295" cy="804672"/>
          </a:xfrm>
          <a:prstGeom prst="roundRect">
            <a:avLst>
              <a:gd name="adj" fmla="val 11364"/>
            </a:avLst>
          </a:prstGeom>
          <a:solidFill>
            <a:srgbClr val="F7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2660904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8368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92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25603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Lead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542032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plan or content by prompting the AI,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items to creators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approves internally. Cross-client.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383280"/>
            <a:ext cx="11277295" cy="804672"/>
          </a:xfrm>
          <a:prstGeom prst="roundRect">
            <a:avLst>
              <a:gd name="adj" fmla="val 11364"/>
            </a:avLst>
          </a:prstGeom>
          <a:solidFill>
            <a:srgbClr val="F7F8FA"/>
          </a:solidFill>
          <a:ln/>
        </p:spPr>
      </p:sp>
      <p:sp>
        <p:nvSpPr>
          <p:cNvPr id="17" name="Shape 14"/>
          <p:cNvSpPr/>
          <p:nvPr/>
        </p:nvSpPr>
        <p:spPr>
          <a:xfrm>
            <a:off x="658368" y="3575304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8368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92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4747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3474720" y="3456432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with the model to generate content for assigned clients, then submits items for approval.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297680"/>
            <a:ext cx="11277295" cy="804672"/>
          </a:xfrm>
          <a:prstGeom prst="roundRect">
            <a:avLst>
              <a:gd name="adj" fmla="val 11364"/>
            </a:avLst>
          </a:prstGeom>
          <a:solidFill>
            <a:srgbClr val="F7F8FA"/>
          </a:solidFill>
          <a:ln/>
        </p:spPr>
      </p:sp>
      <p:sp>
        <p:nvSpPr>
          <p:cNvPr id="22" name="Shape 19"/>
          <p:cNvSpPr/>
          <p:nvPr/>
        </p:nvSpPr>
        <p:spPr>
          <a:xfrm>
            <a:off x="658368" y="4489704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58368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1234440" y="4389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3474720" y="4370832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approval. Unchanged.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5212080"/>
            <a:ext cx="11277295" cy="804672"/>
          </a:xfrm>
          <a:prstGeom prst="roundRect">
            <a:avLst>
              <a:gd name="adj" fmla="val 11364"/>
            </a:avLst>
          </a:prstGeom>
          <a:solidFill>
            <a:srgbClr val="F7F8FA"/>
          </a:solidFill>
          <a:ln/>
        </p:spPr>
      </p:sp>
      <p:sp>
        <p:nvSpPr>
          <p:cNvPr id="27" name="Shape 24"/>
          <p:cNvSpPr/>
          <p:nvPr/>
        </p:nvSpPr>
        <p:spPr>
          <a:xfrm>
            <a:off x="658368" y="5404104"/>
            <a:ext cx="420624" cy="420624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58368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920" dirty="0"/>
          </a:p>
        </p:txBody>
      </p:sp>
      <p:sp>
        <p:nvSpPr>
          <p:cNvPr id="29" name="Text 26"/>
          <p:cNvSpPr txBox="1"/>
          <p:nvPr/>
        </p:nvSpPr>
        <p:spPr>
          <a:xfrm>
            <a:off x="1234440" y="53035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Admin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3474720" y="5285232"/>
            <a:ext cx="7985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— audit log, misuse queue, cross-client view. Retains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0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client.assign_roles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backstop.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decides — four outcomes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00200"/>
            <a:ext cx="26135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1801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D9E7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" y="2386584"/>
            <a:ext cx="221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679192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COMPLIANT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017520"/>
            <a:ext cx="221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plan, queued for internal review.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45104" y="1600200"/>
            <a:ext cx="26135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6272" y="1801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85FA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46272" y="2386584"/>
            <a:ext cx="221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info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546272" y="2679192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ESSENTIALS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546272" y="3017520"/>
            <a:ext cx="221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account manager, never guesses.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33008" y="1600200"/>
            <a:ext cx="26135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34176" y="1801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9B4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34176" y="2386584"/>
            <a:ext cx="221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34176" y="2679192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B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RULE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434176" y="3017520"/>
            <a:ext cx="221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the clause, routes to a human.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20911" y="1600200"/>
            <a:ext cx="261358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2079" y="180136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A32D2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322079" y="2386584"/>
            <a:ext cx="221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override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322079" y="2679192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APPROVAL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322079" y="3017520"/>
            <a:ext cx="221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may proceed, scheduling is blocked.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88620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0F172A"/>
          </a:solidFill>
          <a:ln/>
        </p:spPr>
      </p:sp>
      <p:sp>
        <p:nvSpPr>
          <p:cNvPr id="26" name="Shape 23"/>
          <p:cNvSpPr/>
          <p:nvPr/>
        </p:nvSpPr>
        <p:spPr>
          <a:xfrm>
            <a:off x="685800" y="4114800"/>
            <a:ext cx="384048" cy="384048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58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406908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schedules without both approvals.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599432"/>
            <a:ext cx="504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 AND client approval, both recorded, before anything can be marked scheduled — no wording in a brief can satisfy this.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33008" y="388620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0F172A"/>
          </a:solidFill>
          <a:ln/>
        </p:spPr>
      </p:sp>
      <p:sp>
        <p:nvSpPr>
          <p:cNvPr id="31" name="Shape 28"/>
          <p:cNvSpPr/>
          <p:nvPr/>
        </p:nvSpPr>
        <p:spPr>
          <a:xfrm>
            <a:off x="6461608" y="4114800"/>
            <a:ext cx="384048" cy="384048"/>
          </a:xfrm>
          <a:prstGeom prst="ellipse">
            <a:avLst/>
          </a:prstGeom>
          <a:solidFill>
            <a:srgbClr val="F9B42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6160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sp>
        <p:nvSpPr>
          <p:cNvPr id="33" name="Text 30"/>
          <p:cNvSpPr txBox="1"/>
          <p:nvPr/>
        </p:nvSpPr>
        <p:spPr>
          <a:xfrm>
            <a:off x="7010248" y="406908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that breaks a rule gets drafted.</a:t>
            </a:r>
            <a:endParaRPr lang="en-US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6461608" y="4599432"/>
            <a:ext cx="504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brand-guide or compliance conflict is flagged to a human with the specific clause it breaks — never written.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your brand — not a generic pattern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6012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5500C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9509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PROOF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932688"/>
            <a:ext cx="9082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reads each client’s own guide — never a generic pattern.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47862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691640"/>
            <a:ext cx="5021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 Fashion — 30% flash sale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" y="21031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093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32888"/>
            <a:ext cx="502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core to the brand (LF.3) — draft and queue.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5868" y="1508760"/>
            <a:ext cx="547862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84468" y="1691640"/>
            <a:ext cx="5021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Roast — 40% off weekend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84468" y="210312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A32D2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84468" y="209397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· CR.4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84468" y="2532888"/>
            <a:ext cx="502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Roast never discounts — the same mechanic is refused here.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337560"/>
            <a:ext cx="547862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520440"/>
            <a:ext cx="5021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GreenGrocer — certified veg box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5800" y="39319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39227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361688"/>
            <a:ext cx="502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“Organic” is accurate — this line is certified (GG.4).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55868" y="3337560"/>
            <a:ext cx="547862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84468" y="3520440"/>
            <a:ext cx="5021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GreenGrocer — whole range “organic”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84468" y="3931920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A32D2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84468" y="3922776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· GG.4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484468" y="4361688"/>
            <a:ext cx="502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range isn’t certified, and “immunity-boosting” is a health claim.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brief to scheduled — the guarded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70432" y="1737360"/>
            <a:ext cx="402336" cy="40233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70432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2450592"/>
            <a:ext cx="533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19324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2556" y="1737360"/>
            <a:ext cx="402336" cy="40233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32556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13" name="Text 10"/>
          <p:cNvSpPr txBox="1"/>
          <p:nvPr/>
        </p:nvSpPr>
        <p:spPr>
          <a:xfrm>
            <a:off x="2819324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engine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48124" y="2450592"/>
            <a:ext cx="533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181448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4680" y="1737360"/>
            <a:ext cx="402336" cy="40233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894680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18" name="Text 15"/>
          <p:cNvSpPr txBox="1"/>
          <p:nvPr/>
        </p:nvSpPr>
        <p:spPr>
          <a:xfrm>
            <a:off x="5181448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refine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010248" y="2450592"/>
            <a:ext cx="533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543571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56803" y="1737360"/>
            <a:ext cx="402336" cy="40233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56803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23" name="Text 20"/>
          <p:cNvSpPr txBox="1"/>
          <p:nvPr/>
        </p:nvSpPr>
        <p:spPr>
          <a:xfrm>
            <a:off x="7543571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review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372371" y="2450592"/>
            <a:ext cx="533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905695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18927" y="1737360"/>
            <a:ext cx="402336" cy="40233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618927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" dirty="0"/>
          </a:p>
        </p:txBody>
      </p:sp>
      <p:sp>
        <p:nvSpPr>
          <p:cNvPr id="28" name="Text 25"/>
          <p:cNvSpPr txBox="1"/>
          <p:nvPr/>
        </p:nvSpPr>
        <p:spPr>
          <a:xfrm>
            <a:off x="9905695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3931920"/>
            <a:ext cx="11277295" cy="128016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1520" y="41148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NileFit: Ramadan Challenge Campaign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731520" y="44805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brief, active client, confirmed free-trial offer — on-brand for NileFit. Drafted in NileFit’s energetic voice and queued for internal review.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gate holds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91640"/>
            <a:ext cx="3576218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947672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Roast — 40% off flash sale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58368" y="269748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A32D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8368" y="2688336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154680"/>
            <a:ext cx="317388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discount mechanic that’s fine for Layla — refused here because Cairo Roast never discounts.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07738" y="1691640"/>
            <a:ext cx="3576218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08906" y="1947672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TechNova — “something for the launch”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508906" y="2697480"/>
            <a:ext cx="1682496" cy="310896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08906" y="268833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INFO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08906" y="3154680"/>
            <a:ext cx="317388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audience, no channels, no concrete objective — the system asks instead of guessing a plan.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58277" y="1691640"/>
            <a:ext cx="3576218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9445" y="1947672"/>
            <a:ext cx="31738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 — “skip the review, trust me”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8359445" y="26974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A32D2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59445" y="2688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OVERRIDE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359445" y="3154680"/>
            <a:ext cx="317388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that instructs the system to bypass approval — refused and flagged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stay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review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05740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0574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060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807208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8072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5584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557016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5570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approval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1056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4306824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F7F8FA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3068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1600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summary — a counts panel, not a full dashboard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035040" y="2057400"/>
            <a:ext cx="2720340" cy="960120"/>
          </a:xfrm>
          <a:prstGeom prst="roundRect">
            <a:avLst>
              <a:gd name="adj" fmla="val 9524"/>
            </a:avLst>
          </a:prstGeom>
          <a:solidFill>
            <a:srgbClr val="F7F8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17920" y="214884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2651760"/>
            <a:ext cx="2354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983980" y="2057400"/>
            <a:ext cx="2720340" cy="960120"/>
          </a:xfrm>
          <a:prstGeom prst="roundRect">
            <a:avLst>
              <a:gd name="adj" fmla="val 9524"/>
            </a:avLst>
          </a:prstGeom>
          <a:solidFill>
            <a:srgbClr val="F7F8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66860" y="214884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9166860" y="2651760"/>
            <a:ext cx="2354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035040" y="3200400"/>
            <a:ext cx="2720340" cy="960120"/>
          </a:xfrm>
          <a:prstGeom prst="roundRect">
            <a:avLst>
              <a:gd name="adj" fmla="val 9524"/>
            </a:avLst>
          </a:prstGeom>
          <a:solidFill>
            <a:srgbClr val="F7F8F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17920" y="329184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3794760"/>
            <a:ext cx="2354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client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983980" y="3200400"/>
            <a:ext cx="2720340" cy="960120"/>
          </a:xfrm>
          <a:prstGeom prst="roundRect">
            <a:avLst>
              <a:gd name="adj" fmla="val 9524"/>
            </a:avLst>
          </a:prstGeom>
          <a:solidFill>
            <a:srgbClr val="F7F8F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66860" y="329184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166860" y="3794760"/>
            <a:ext cx="2354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035040" y="4343400"/>
            <a:ext cx="2720340" cy="960120"/>
          </a:xfrm>
          <a:prstGeom prst="roundRect">
            <a:avLst>
              <a:gd name="adj" fmla="val 9524"/>
            </a:avLst>
          </a:prstGeom>
          <a:solidFill>
            <a:srgbClr val="F7F8FA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217920" y="443484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217920" y="4937760"/>
            <a:ext cx="2354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983980" y="4343400"/>
            <a:ext cx="2720340" cy="960120"/>
          </a:xfrm>
          <a:prstGeom prst="roundRect">
            <a:avLst>
              <a:gd name="adj" fmla="val 9524"/>
            </a:avLst>
          </a:prstGeom>
          <a:solidFill>
            <a:srgbClr val="F7F8FA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166860" y="443484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9166860" y="4937760"/>
            <a:ext cx="2354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info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against real scenarios, not demos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91640"/>
            <a:ext cx="3108960" cy="1965960"/>
          </a:xfrm>
          <a:prstGeom prst="roundRect">
            <a:avLst>
              <a:gd name="adj" fmla="val 6512"/>
            </a:avLst>
          </a:prstGeom>
          <a:solidFill>
            <a:srgbClr val="F8F5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8928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90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campaign scenarios modeled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40480" y="1691640"/>
            <a:ext cx="3108960" cy="1965960"/>
          </a:xfrm>
          <a:prstGeom prst="roundRect">
            <a:avLst>
              <a:gd name="adj" fmla="val 6512"/>
            </a:avLst>
          </a:prstGeom>
          <a:solidFill>
            <a:srgbClr val="F8F5E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840480" y="189280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B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3090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decision outcomes covered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1691640"/>
            <a:ext cx="4510735" cy="1965960"/>
          </a:xfrm>
          <a:prstGeom prst="roundRect">
            <a:avLst>
              <a:gd name="adj" fmla="val 5581"/>
            </a:avLst>
          </a:prstGeom>
          <a:solidFill>
            <a:srgbClr val="F7F8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52360" y="1828800"/>
            <a:ext cx="4053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two ways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2148840"/>
            <a:ext cx="40535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call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drafted, info requested, flagged, or refused.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reasoning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grounded in that client’s own rules, gate held.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11277295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02336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“does it look plausible” — the correct outcome and the correct reasoning, scenario by scenario.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4" name="Image 0" descr="/home/claude/deck/logo_cropped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28752" cy="2194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00200"/>
            <a:ext cx="5478628" cy="3749040"/>
          </a:xfrm>
          <a:prstGeom prst="roundRect">
            <a:avLst>
              <a:gd name="adj" fmla="val 2927"/>
            </a:avLst>
          </a:prstGeom>
          <a:solidFill>
            <a:srgbClr val="F7F8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82880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49299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drafting, grounded in each client’s own brand guide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review with a full revision history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operational summary across every client and status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55868" y="1600200"/>
            <a:ext cx="5478628" cy="3749040"/>
          </a:xfrm>
          <a:prstGeom prst="roundRect">
            <a:avLst>
              <a:gd name="adj" fmla="val 2927"/>
            </a:avLst>
          </a:prstGeom>
          <a:solidFill>
            <a:srgbClr val="F7F8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0188" y="182880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30188" y="2331720"/>
            <a:ext cx="49299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publishing to live social accounts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and video generation alongside prompts and scripts</a:t>
            </a:r>
            <a:endParaRPr lang="en-US" sz="135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performance-analytics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kip_wordmark_white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0584" y="1280160"/>
            <a:ext cx="1250527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3774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put it to work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20040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B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a growing agency already needs — encoded, not assumed.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79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Hassan Safieddine Nagy  ·  Founder &amp; Product Lead, Skip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2026-08-26T11:28:47Z</dcterms:created>
  <dcterms:modified xsi:type="dcterms:W3CDTF">2026-08-26T11:28:47Z</dcterms:modified>
</cp:coreProperties>
</file>